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4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th ahuja" userId="b9c873e177764c86" providerId="LiveId" clId="{D6FE0011-609C-4D91-903C-8D631D590BCC}"/>
    <pc:docChg chg="custSel addSld modSld">
      <pc:chgData name="parth ahuja" userId="b9c873e177764c86" providerId="LiveId" clId="{D6FE0011-609C-4D91-903C-8D631D590BCC}" dt="2026-07-24T23:12:31.651" v="85" actId="207"/>
      <pc:docMkLst>
        <pc:docMk/>
      </pc:docMkLst>
      <pc:sldChg chg="addSp delSp modSp mod">
        <pc:chgData name="parth ahuja" userId="b9c873e177764c86" providerId="LiveId" clId="{D6FE0011-609C-4D91-903C-8D631D590BCC}" dt="2026-07-24T23:10:45.018" v="56" actId="1076"/>
        <pc:sldMkLst>
          <pc:docMk/>
          <pc:sldMk cId="0" sldId="258"/>
        </pc:sldMkLst>
        <pc:spChg chg="del mod">
          <ac:chgData name="parth ahuja" userId="b9c873e177764c86" providerId="LiveId" clId="{D6FE0011-609C-4D91-903C-8D631D590BCC}" dt="2026-07-24T23:05:25.909" v="48" actId="478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parth ahuja" userId="b9c873e177764c86" providerId="LiveId" clId="{D6FE0011-609C-4D91-903C-8D631D590BCC}" dt="2026-07-24T23:05:25.909" v="48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parth ahuja" userId="b9c873e177764c86" providerId="LiveId" clId="{D6FE0011-609C-4D91-903C-8D631D590BCC}" dt="2026-07-24T23:05:25.909" v="48" actId="478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parth ahuja" userId="b9c873e177764c86" providerId="LiveId" clId="{D6FE0011-609C-4D91-903C-8D631D590BCC}" dt="2026-07-24T23:05:25.909" v="48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parth ahuja" userId="b9c873e177764c86" providerId="LiveId" clId="{D6FE0011-609C-4D91-903C-8D631D590BCC}" dt="2026-07-24T23:05:25.909" v="48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parth ahuja" userId="b9c873e177764c86" providerId="LiveId" clId="{D6FE0011-609C-4D91-903C-8D631D590BCC}" dt="2026-07-24T23:05:25.909" v="48" actId="478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parth ahuja" userId="b9c873e177764c86" providerId="LiveId" clId="{D6FE0011-609C-4D91-903C-8D631D590BCC}" dt="2026-07-24T23:10:21.133" v="51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parth ahuja" userId="b9c873e177764c86" providerId="LiveId" clId="{D6FE0011-609C-4D91-903C-8D631D590BCC}" dt="2026-07-24T23:10:25.684" v="52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parth ahuja" userId="b9c873e177764c86" providerId="LiveId" clId="{D6FE0011-609C-4D91-903C-8D631D590BCC}" dt="2026-07-24T23:10:35.699" v="55" actId="478"/>
          <ac:spMkLst>
            <pc:docMk/>
            <pc:sldMk cId="0" sldId="258"/>
            <ac:spMk id="13" creationId="{00000000-0000-0000-0000-000000000000}"/>
          </ac:spMkLst>
        </pc:spChg>
        <pc:picChg chg="add">
          <ac:chgData name="parth ahuja" userId="b9c873e177764c86" providerId="LiveId" clId="{D6FE0011-609C-4D91-903C-8D631D590BCC}" dt="2026-07-24T23:05:26.892" v="49" actId="22"/>
          <ac:picMkLst>
            <pc:docMk/>
            <pc:sldMk cId="0" sldId="258"/>
            <ac:picMk id="15" creationId="{CCCF5524-C885-630F-41CE-2EE527514F07}"/>
          </ac:picMkLst>
        </pc:picChg>
        <pc:picChg chg="add mod">
          <ac:chgData name="parth ahuja" userId="b9c873e177764c86" providerId="LiveId" clId="{D6FE0011-609C-4D91-903C-8D631D590BCC}" dt="2026-07-24T23:10:45.018" v="56" actId="1076"/>
          <ac:picMkLst>
            <pc:docMk/>
            <pc:sldMk cId="0" sldId="258"/>
            <ac:picMk id="17" creationId="{7426C181-B98A-F64A-5FB9-84FEE887D973}"/>
          </ac:picMkLst>
        </pc:picChg>
      </pc:sldChg>
      <pc:sldChg chg="addSp delSp modSp new mod modClrScheme chgLayout">
        <pc:chgData name="parth ahuja" userId="b9c873e177764c86" providerId="LiveId" clId="{D6FE0011-609C-4D91-903C-8D631D590BCC}" dt="2026-07-24T23:12:31.651" v="85" actId="207"/>
        <pc:sldMkLst>
          <pc:docMk/>
          <pc:sldMk cId="3319084993" sldId="259"/>
        </pc:sldMkLst>
        <pc:spChg chg="del mod ord">
          <ac:chgData name="parth ahuja" userId="b9c873e177764c86" providerId="LiveId" clId="{D6FE0011-609C-4D91-903C-8D631D590BCC}" dt="2026-07-24T23:11:35.804" v="58" actId="700"/>
          <ac:spMkLst>
            <pc:docMk/>
            <pc:sldMk cId="3319084993" sldId="259"/>
            <ac:spMk id="2" creationId="{7617C75A-B86D-9CD6-CE7A-276F21D1299A}"/>
          </ac:spMkLst>
        </pc:spChg>
        <pc:spChg chg="del">
          <ac:chgData name="parth ahuja" userId="b9c873e177764c86" providerId="LiveId" clId="{D6FE0011-609C-4D91-903C-8D631D590BCC}" dt="2026-07-24T23:11:35.804" v="58" actId="700"/>
          <ac:spMkLst>
            <pc:docMk/>
            <pc:sldMk cId="3319084993" sldId="259"/>
            <ac:spMk id="3" creationId="{347AAA71-B8A4-D3FB-6CBA-9B39AF29C940}"/>
          </ac:spMkLst>
        </pc:spChg>
        <pc:spChg chg="del mod ord">
          <ac:chgData name="parth ahuja" userId="b9c873e177764c86" providerId="LiveId" clId="{D6FE0011-609C-4D91-903C-8D631D590BCC}" dt="2026-07-24T23:11:35.804" v="58" actId="700"/>
          <ac:spMkLst>
            <pc:docMk/>
            <pc:sldMk cId="3319084993" sldId="259"/>
            <ac:spMk id="4" creationId="{C28D2DD7-98DE-97CB-C1F1-4A27C2E00755}"/>
          </ac:spMkLst>
        </pc:spChg>
        <pc:spChg chg="add del mod ord">
          <ac:chgData name="parth ahuja" userId="b9c873e177764c86" providerId="LiveId" clId="{D6FE0011-609C-4D91-903C-8D631D590BCC}" dt="2026-07-24T23:11:38.671" v="59" actId="478"/>
          <ac:spMkLst>
            <pc:docMk/>
            <pc:sldMk cId="3319084993" sldId="259"/>
            <ac:spMk id="5" creationId="{E6006BE5-F7EB-B421-27A6-799F316B2979}"/>
          </ac:spMkLst>
        </pc:spChg>
        <pc:spChg chg="add mod ord">
          <ac:chgData name="parth ahuja" userId="b9c873e177764c86" providerId="LiveId" clId="{D6FE0011-609C-4D91-903C-8D631D590BCC}" dt="2026-07-24T23:12:31.651" v="85" actId="207"/>
          <ac:spMkLst>
            <pc:docMk/>
            <pc:sldMk cId="3319084993" sldId="259"/>
            <ac:spMk id="6" creationId="{0F274AB5-1047-7967-15EE-EA30FBC1DF0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DTDL Talent Hack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BEAFE"/>
                </a:solidFill>
              </a:defRPr>
            </a:pPr>
            <a:r>
              <a:t>AI Experiment Copilot &amp; Decision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Universal A/B Testing &amp; Decision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972800" cy="960120"/>
          </a:xfrm>
          <a:prstGeom prst="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lnSpc>
                <a:spcPct val="130000"/>
              </a:lnSpc>
              <a:defRPr sz="1600">
                <a:solidFill>
                  <a:srgbClr val="1E293B"/>
                </a:solidFill>
              </a:defRPr>
            </a:pPr>
            <a:r>
              <a:t>A/B experiments require manual setup, statistical expertise, and constant monitoring — leading to inconsistent quality and slow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How might we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Guide teams through the full experiment lifecycle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Generate hypotheses from business goals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Recommend metrics, audiences &amp; configurations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Validate setup before launch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Monitor performance in real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880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Explain why variants win or underperform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Summarize results in business-friendly language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Recommend next actions: Scale / Continue / Stop / Rollback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Reduce manual effort across the lifecycle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Deliver explainable, data-driven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</a:defRPr>
            </a:pPr>
            <a:r>
              <a:t>Success: faster experiment creation · high-quality configs · accurate insights · reliable recommendations · measurable eval metrics (creation time, acceptance rate, analysis 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AI Experiment Copilot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0F172A"/>
                </a:solidFill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Six microservices · shared Postgres · LangGraph agent with Playwright + SQL tools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CF5524-C885-630F-41CE-2EE527514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52" y="1443818"/>
            <a:ext cx="7559695" cy="39703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26C181-B98A-F64A-5FB9-84FEE887D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089" y="5637485"/>
            <a:ext cx="9411516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274AB5-1047-7967-15EE-EA30FBC1D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9800" y="2825433"/>
            <a:ext cx="7772400" cy="1500187"/>
          </a:xfrm>
        </p:spPr>
        <p:txBody>
          <a:bodyPr>
            <a:normAutofit/>
          </a:bodyPr>
          <a:lstStyle/>
          <a:p>
            <a:pPr algn="ctr"/>
            <a:r>
              <a:rPr lang="en-IN" sz="8800" dirty="0">
                <a:solidFill>
                  <a:srgbClr val="D93981"/>
                </a:solidFill>
              </a:rPr>
              <a:t>Thank You</a:t>
            </a:r>
            <a:endParaRPr lang="en-US" sz="8800" dirty="0">
              <a:solidFill>
                <a:srgbClr val="D939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084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155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parth ahuja</cp:lastModifiedBy>
  <cp:revision>1</cp:revision>
  <dcterms:created xsi:type="dcterms:W3CDTF">2013-01-27T09:14:16Z</dcterms:created>
  <dcterms:modified xsi:type="dcterms:W3CDTF">2026-07-24T23:12:31Z</dcterms:modified>
  <cp:category/>
</cp:coreProperties>
</file>